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MediStock – Phase-wise Brief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Group 57 | Supervisor: Vidyapati Kumar | Ameya Dhurde (2023EBCS392), Karri Leena (2023EBCS343)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Original Proposal – Problem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Hospitals face manual, error-prone medicine inventory tracking</a:t>
            </a:r>
          </a:p>
          <a:p>
            <a:pPr>
              <a:defRPr sz="2200"/>
            </a:pPr>
            <a:r>
              <a:t>Stockouts impact patient care; overstock increases waste/cost</a:t>
            </a:r>
          </a:p>
          <a:p>
            <a:pPr>
              <a:defRPr sz="2200"/>
            </a:pPr>
            <a:r>
              <a:t>Need real-time visibility + data-driven procurement planning</a:t>
            </a:r>
          </a:p>
          <a:p>
            <a:pPr>
              <a:defRPr sz="2200"/>
            </a:pPr>
            <a:r>
              <a:t>Goal: a web-based system for inventory + consumption + alerts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Original Proposal –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Drug catalog management (CRUD) with thresholds</a:t>
            </a:r>
          </a:p>
          <a:p>
            <a:pPr>
              <a:defRPr sz="2200"/>
            </a:pPr>
            <a:r>
              <a:t>Stock tracking and controlled adjustments</a:t>
            </a:r>
          </a:p>
          <a:p>
            <a:pPr>
              <a:defRPr sz="2200"/>
            </a:pPr>
            <a:r>
              <a:t>Consumption logging with automatic stock deduction</a:t>
            </a:r>
          </a:p>
          <a:p>
            <a:pPr>
              <a:defRPr sz="2200"/>
            </a:pPr>
            <a:r>
              <a:t>Alerts + reports for decision support</a:t>
            </a:r>
          </a:p>
          <a:p>
            <a:pPr>
              <a:defRPr sz="2200"/>
            </a:pPr>
            <a:r>
              <a:t>Forecasting + stockout prediction (AI/ML) for proactive planning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Original Proposal – Planned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Backend: Symfony (PHP) using MVC + services</a:t>
            </a:r>
          </a:p>
          <a:p>
            <a:pPr>
              <a:defRPr sz="2200"/>
            </a:pPr>
            <a:r>
              <a:t>Database: MySQL (Docker for dev)</a:t>
            </a:r>
          </a:p>
          <a:p>
            <a:pPr>
              <a:defRPr sz="2200"/>
            </a:pPr>
            <a:r>
              <a:t>Frontend: Twig + Bootstrap (responsive UI)</a:t>
            </a:r>
          </a:p>
          <a:p>
            <a:pPr>
              <a:defRPr sz="2200"/>
            </a:pPr>
            <a:r>
              <a:t>Analytics/Charts: Chart.js</a:t>
            </a:r>
          </a:p>
          <a:p>
            <a:pPr>
              <a:defRPr sz="2200"/>
            </a:pPr>
            <a:r>
              <a:t>ML: statistical forecasting (moving average + trend), extensible to advanced models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Current Stage – What’s Implemented (PoC)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Complete modules: Drugs, Stock, Consumption, Alerts, Reports, Dashboard</a:t>
            </a:r>
          </a:p>
          <a:p>
            <a:pPr>
              <a:defRPr sz="2200"/>
            </a:pPr>
            <a:r>
              <a:t>Automatic stock deduction on consumption logging</a:t>
            </a:r>
          </a:p>
          <a:p>
            <a:pPr>
              <a:defRPr sz="2200"/>
            </a:pPr>
            <a:r>
              <a:t>Low-stock detection using threshold logic</a:t>
            </a:r>
          </a:p>
          <a:p>
            <a:pPr>
              <a:defRPr sz="2200"/>
            </a:pPr>
            <a:r>
              <a:t>Reports: low-stock report + usage report (drug/date filters)</a:t>
            </a:r>
          </a:p>
          <a:p>
            <a:pPr>
              <a:defRPr sz="2200"/>
            </a:pPr>
            <a:r>
              <a:t>Predictions: consumption forecast + stockout prediction with urgency labels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Validation Evidence (Per Supervisor Feedback)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Prediction validation example: actual vs predicted + error metric (MAE/MAPE)</a:t>
            </a:r>
          </a:p>
          <a:p>
            <a:pPr>
              <a:defRPr sz="2200"/>
            </a:pPr>
            <a:r>
              <a:t>Stock integrity: negative stock prevented (tested + screenshot evidence)</a:t>
            </a:r>
          </a:p>
          <a:p>
            <a:pPr>
              <a:defRPr sz="2200"/>
            </a:pPr>
            <a:r>
              <a:t>Performance measurements: typical actions under ~2 seconds locally</a:t>
            </a:r>
          </a:p>
          <a:p>
            <a:pPr>
              <a:defRPr sz="2200"/>
            </a:pPr>
            <a:r>
              <a:t>Testing results reported as pass/fail (not only plans)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Architecture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MVC flow: Browser → Twig/Bootstrap → Controllers → Services → Doctrine → MySQL</a:t>
            </a:r>
          </a:p>
          <a:p>
            <a:pPr>
              <a:defRPr sz="2200"/>
            </a:pPr>
            <a:r>
              <a:t>Entities: Drug, Consumption (Drug 1-to-many Consumption)</a:t>
            </a:r>
          </a:p>
          <a:p>
            <a:pPr>
              <a:defRPr sz="2200"/>
            </a:pPr>
            <a:r>
              <a:t>Services: ConsumptionPredictionService, LowStockPredictionService</a:t>
            </a:r>
          </a:p>
          <a:p>
            <a:pPr>
              <a:defRPr sz="2200"/>
            </a:pPr>
            <a:r>
              <a:t>Prediction pages: chart + tables (Chart.js)</a:t>
            </a:r>
          </a:p>
          <a:p>
            <a:pPr>
              <a:defRPr sz="2200"/>
            </a:pPr>
            <a:r>
              <a:t>Security in PoC: CSRF on forms, ORM protections, Twig escaping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Next Steps – Product Hardening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Authentication + authorization (Admin/Staff roles)</a:t>
            </a:r>
          </a:p>
          <a:p>
            <a:pPr>
              <a:defRPr sz="2200"/>
            </a:pPr>
            <a:r>
              <a:t>Audit logging + stronger validation for critical actions</a:t>
            </a:r>
          </a:p>
          <a:p>
            <a:pPr>
              <a:defRPr sz="2200"/>
            </a:pPr>
            <a:r>
              <a:t>Improved notifications (email/SMS) for urgent stockout risk</a:t>
            </a:r>
          </a:p>
          <a:p>
            <a:pPr>
              <a:defRPr sz="2200"/>
            </a:pPr>
            <a:r>
              <a:t>Deployment planning (production config, backups, monitoring)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ML/Analytics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Improve forecasting with more data and better evaluation (rolling validation)</a:t>
            </a:r>
          </a:p>
          <a:p>
            <a:pPr>
              <a:defRPr sz="2200"/>
            </a:pPr>
            <a:r>
              <a:t>Add seasonal pattern detection / advanced models (e.g., LSTM optional)</a:t>
            </a:r>
          </a:p>
          <a:p>
            <a:pPr>
              <a:defRPr sz="2200"/>
            </a:pPr>
            <a:r>
              <a:t>Category-level analytics, cost/waste insights, procurement recommendations</a:t>
            </a:r>
          </a:p>
          <a:p>
            <a:pPr>
              <a:defRPr sz="2200"/>
            </a:pPr>
            <a:r>
              <a:t>Dashboards for trends and KPI monitoring over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IoT Integration Plan (Clarified)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Phase 2 PoC does not integrate real hardware (explicitly stated in report)</a:t>
            </a:r>
          </a:p>
          <a:p>
            <a:pPr>
              <a:defRPr sz="2200"/>
            </a:pPr>
            <a:r>
              <a:t>Phase 3: integrate barcode/RFID inputs for stock updates</a:t>
            </a:r>
          </a:p>
          <a:p>
            <a:pPr>
              <a:defRPr sz="2200"/>
            </a:pPr>
            <a:r>
              <a:t>Potential smart shelf / ward device feeds into same stock &amp; consumption modules</a:t>
            </a:r>
          </a:p>
          <a:p>
            <a:pPr>
              <a:defRPr sz="2200"/>
            </a:pPr>
            <a:r>
              <a:t>Define device → API/data format + reliability and security requirements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